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9" r:id="rId1"/>
  </p:sldMasterIdLst>
  <p:sldIdLst>
    <p:sldId id="256" r:id="rId2"/>
    <p:sldId id="259" r:id="rId3"/>
    <p:sldId id="261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65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21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76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67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55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73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25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812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69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6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776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80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108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5091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283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0614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64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50F0EE5-0DCA-4955-91ED-88EFE3E19334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7F968D-BBE8-49DB-8578-72DDD21AE6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080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  <p:sldLayoutId id="2147484201" r:id="rId12"/>
    <p:sldLayoutId id="2147484202" r:id="rId13"/>
    <p:sldLayoutId id="2147484203" r:id="rId14"/>
    <p:sldLayoutId id="2147484204" r:id="rId15"/>
    <p:sldLayoutId id="2147484205" r:id="rId16"/>
    <p:sldLayoutId id="21474842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94601F4-A089-D302-6724-0E1DFF0A1297}"/>
              </a:ext>
            </a:extLst>
          </p:cNvPr>
          <p:cNvSpPr txBox="1"/>
          <p:nvPr/>
        </p:nvSpPr>
        <p:spPr>
          <a:xfrm>
            <a:off x="684212" y="485244"/>
            <a:ext cx="8534400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de-DE" sz="3600" cap="all" noProof="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Bus-Reservierungs-System für Vereinsfahrten (Fasnet)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7E883DA-DF30-CAFE-0D06-8C7BE3C0E672}"/>
              </a:ext>
            </a:extLst>
          </p:cNvPr>
          <p:cNvSpPr txBox="1"/>
          <p:nvPr/>
        </p:nvSpPr>
        <p:spPr>
          <a:xfrm>
            <a:off x="684212" y="2068511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de-DE" noProof="0" dirty="0"/>
              <a:t> Sabine Pfeifer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de-DE" noProof="0" dirty="0"/>
              <a:t> Maximilian Mayer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de-DE" noProof="0" dirty="0"/>
              <a:t> Daniel Hartl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de-DE" noProof="0" dirty="0"/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de-DE" noProof="0" dirty="0"/>
              <a:t> 23456 WPM </a:t>
            </a:r>
            <a:r>
              <a:rPr lang="de-DE" noProof="0" dirty="0" err="1"/>
              <a:t>Advanced</a:t>
            </a:r>
            <a:r>
              <a:rPr lang="de-DE" noProof="0" dirty="0"/>
              <a:t> </a:t>
            </a:r>
            <a:r>
              <a:rPr lang="de-DE" noProof="0" dirty="0" err="1"/>
              <a:t>Programming</a:t>
            </a:r>
            <a:r>
              <a:rPr lang="de-DE" noProof="0" dirty="0"/>
              <a:t>​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de-DE" noProof="0" dirty="0"/>
              <a:t> Prof. Dr. Rembold</a:t>
            </a:r>
          </a:p>
        </p:txBody>
      </p:sp>
    </p:spTree>
    <p:extLst>
      <p:ext uri="{BB962C8B-B14F-4D97-AF65-F5344CB8AC3E}">
        <p14:creationId xmlns:p14="http://schemas.microsoft.com/office/powerpoint/2010/main" val="4423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B1121BE-D132-590E-BDAF-E3B1A44078DF}"/>
              </a:ext>
            </a:extLst>
          </p:cNvPr>
          <p:cNvSpPr txBox="1"/>
          <p:nvPr/>
        </p:nvSpPr>
        <p:spPr>
          <a:xfrm>
            <a:off x="828675" y="708929"/>
            <a:ext cx="502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noProof="0" dirty="0"/>
              <a:t>Motivation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E4BAC73-EB86-6455-824C-2B4F359F27E0}"/>
              </a:ext>
            </a:extLst>
          </p:cNvPr>
          <p:cNvSpPr txBox="1"/>
          <p:nvPr/>
        </p:nvSpPr>
        <p:spPr>
          <a:xfrm>
            <a:off x="828675" y="1507272"/>
            <a:ext cx="10496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noProof="0" dirty="0"/>
              <a:t>Unser Projekt beschäftigt sich mit der Entwicklung eines </a:t>
            </a:r>
            <a:r>
              <a:rPr lang="de-DE" sz="1400" b="1" noProof="0" dirty="0"/>
              <a:t>Busreservierungssystems für Vereinsfahrten</a:t>
            </a:r>
            <a:r>
              <a:rPr lang="de-DE" sz="1400" noProof="0" dirty="0"/>
              <a:t>. </a:t>
            </a:r>
            <a:br>
              <a:rPr lang="de-DE" sz="1400" noProof="0" dirty="0"/>
            </a:br>
            <a:r>
              <a:rPr lang="de-DE" sz="1400" noProof="0" dirty="0"/>
              <a:t>Ziel ist es, den Mitgliedern eine einfache Möglichkeit zu geben, Fahrten auszuwählen und Sitzplätze zu reservieren. </a:t>
            </a:r>
            <a:br>
              <a:rPr lang="de-DE" sz="1400" noProof="0" dirty="0"/>
            </a:br>
            <a:endParaRPr lang="de-DE" sz="1400" noProof="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B9CC9C-F050-A056-6C23-5B9566740F62}"/>
              </a:ext>
            </a:extLst>
          </p:cNvPr>
          <p:cNvSpPr txBox="1"/>
          <p:nvPr/>
        </p:nvSpPr>
        <p:spPr>
          <a:xfrm>
            <a:off x="828675" y="3044279"/>
            <a:ext cx="502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noProof="0" dirty="0"/>
              <a:t>Anforderungen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E92D9C4-CABB-9944-DBCE-71E99B99965D}"/>
              </a:ext>
            </a:extLst>
          </p:cNvPr>
          <p:cNvSpPr txBox="1"/>
          <p:nvPr/>
        </p:nvSpPr>
        <p:spPr>
          <a:xfrm>
            <a:off x="828675" y="4135011"/>
            <a:ext cx="104965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400" noProof="0" dirty="0"/>
              <a:t>Anmeldung/Registrieren eines Users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400" noProof="0" dirty="0"/>
              <a:t>Anmeldung als Admin, Admin kann die Ausflüge einstellen, sowie eine automatische Anfrage (Mail) an diverse Bus-Unternehmen versenden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400" noProof="0" dirty="0"/>
              <a:t>Sitzplatz reservieren/stornieren</a:t>
            </a:r>
            <a:br>
              <a:rPr lang="de-DE" sz="1400" noProof="0" dirty="0"/>
            </a:br>
            <a:endParaRPr lang="de-DE" sz="1400" noProof="0" dirty="0"/>
          </a:p>
        </p:txBody>
      </p:sp>
    </p:spTree>
    <p:extLst>
      <p:ext uri="{BB962C8B-B14F-4D97-AF65-F5344CB8AC3E}">
        <p14:creationId xmlns:p14="http://schemas.microsoft.com/office/powerpoint/2010/main" val="2825826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807454-07FC-D177-7B5B-9AD59AD2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z="4800" noProof="0" dirty="0">
                <a:solidFill>
                  <a:srgbClr val="FFFFFF"/>
                </a:solidFill>
              </a:rPr>
              <a:t>User-Storys</a:t>
            </a:r>
          </a:p>
        </p:txBody>
      </p:sp>
      <p:sp useBgFill="1">
        <p:nvSpPr>
          <p:cNvPr id="22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C1E21109-962E-A6A1-2BBC-ACF5EABD8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998576"/>
              </p:ext>
            </p:extLst>
          </p:nvPr>
        </p:nvGraphicFramePr>
        <p:xfrm>
          <a:off x="1101217" y="1631288"/>
          <a:ext cx="5450438" cy="35424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63">
                  <a:extLst>
                    <a:ext uri="{9D8B030D-6E8A-4147-A177-3AD203B41FA5}">
                      <a16:colId xmlns:a16="http://schemas.microsoft.com/office/drawing/2014/main" val="4173582292"/>
                    </a:ext>
                  </a:extLst>
                </a:gridCol>
                <a:gridCol w="2012238">
                  <a:extLst>
                    <a:ext uri="{9D8B030D-6E8A-4147-A177-3AD203B41FA5}">
                      <a16:colId xmlns:a16="http://schemas.microsoft.com/office/drawing/2014/main" val="1723992326"/>
                    </a:ext>
                  </a:extLst>
                </a:gridCol>
                <a:gridCol w="2912437">
                  <a:extLst>
                    <a:ext uri="{9D8B030D-6E8A-4147-A177-3AD203B41FA5}">
                      <a16:colId xmlns:a16="http://schemas.microsoft.com/office/drawing/2014/main" val="1347948892"/>
                    </a:ext>
                  </a:extLst>
                </a:gridCol>
              </a:tblGrid>
              <a:tr h="256851">
                <a:tc>
                  <a:txBody>
                    <a:bodyPr/>
                    <a:lstStyle/>
                    <a:p>
                      <a:endParaRPr lang="de-DE" sz="11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673" marT="18337" marB="183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1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673" marT="18337" marB="183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1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673" marT="18337" marB="183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0483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Rolle</a:t>
                      </a:r>
                      <a:endParaRPr lang="de-DE" sz="1100" cap="none" spc="0" noProof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Ziel</a:t>
                      </a:r>
                      <a:endParaRPr lang="de-DE" sz="1100" cap="none" spc="0" noProof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Nutzen</a:t>
                      </a:r>
                      <a:endParaRPr lang="de-DE" sz="1100" cap="none" spc="0" noProof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604953"/>
                  </a:ext>
                </a:extLst>
              </a:tr>
              <a:tr h="399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Busfahrten hinzufügen/planen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Mitglieder können sich für Fahrten anmelden und Informationen zum Ausflug erhalten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845588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Übersicht anzeigen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Informationen über die Busfahrt erhalten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082643"/>
                  </a:ext>
                </a:extLst>
              </a:tr>
              <a:tr h="399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Busfahrten entfernen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Alte oder abgesagte Fahrten können gelöscht werden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644500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Benutzer löschen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Kann registrierte Benutzer löschen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915075"/>
                  </a:ext>
                </a:extLst>
              </a:tr>
              <a:tr h="399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Automatische Mail an Busunternehmen senden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E-Mail-Anfrage an Busunternehmen, um geplante Ausflüge anzufragen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045716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Für Busfahrt anmelden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Es wird ein Platz im Bus reserviert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023403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Für Busfahrt abmelden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Es wird ein Platz freigegeben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59051"/>
                  </a:ext>
                </a:extLst>
              </a:tr>
              <a:tr h="399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Benutzeraccount erstellen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Kann sich an Seite anmelden und Ausflug buchen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160320"/>
                  </a:ext>
                </a:extLst>
              </a:tr>
              <a:tr h="23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User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Übersicht Busfahrten anzeigen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Informationen über die Busfahrt erhalten</a:t>
                      </a:r>
                    </a:p>
                  </a:txBody>
                  <a:tcPr marL="0" marR="36673" marT="18337" marB="183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802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86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E6AB66CC-BE35-B592-7320-6DE85B60061A}"/>
              </a:ext>
            </a:extLst>
          </p:cNvPr>
          <p:cNvSpPr txBox="1"/>
          <p:nvPr/>
        </p:nvSpPr>
        <p:spPr>
          <a:xfrm>
            <a:off x="1751012" y="3883741"/>
            <a:ext cx="8676222" cy="13359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de-DE" sz="4800" cap="all" noProof="0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Tech-Stack</a:t>
            </a:r>
          </a:p>
        </p:txBody>
      </p:sp>
      <p:pic>
        <p:nvPicPr>
          <p:cNvPr id="10" name="Grafik 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93D90231-9667-EF7D-697F-0403354F7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5" r="-2" b="21705"/>
          <a:stretch>
            <a:fillRect/>
          </a:stretch>
        </p:blipFill>
        <p:spPr>
          <a:xfrm>
            <a:off x="2711334" y="824487"/>
            <a:ext cx="6769332" cy="29830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236540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gradFill>
            <a:gsLst>
              <a:gs pos="10000">
                <a:schemeClr val="bg1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1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86254AC-0B2A-2CFE-0941-F0B6BBBFF369}"/>
              </a:ext>
            </a:extLst>
          </p:cNvPr>
          <p:cNvSpPr txBox="1"/>
          <p:nvPr/>
        </p:nvSpPr>
        <p:spPr>
          <a:xfrm>
            <a:off x="684212" y="685799"/>
            <a:ext cx="8001000" cy="2971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de-DE" sz="4800" cap="all" noProof="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Fazit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92C183A-6328-891E-A98F-8EAB44A40FBC}"/>
              </a:ext>
            </a:extLst>
          </p:cNvPr>
          <p:cNvSpPr txBox="1"/>
          <p:nvPr/>
        </p:nvSpPr>
        <p:spPr>
          <a:xfrm>
            <a:off x="684212" y="3843867"/>
            <a:ext cx="6400800" cy="1947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de-DE" sz="2100" b="1" noProof="0" dirty="0"/>
              <a:t>Zukunftsfähig?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de-DE" sz="2100" noProof="0" dirty="0"/>
              <a:t>In den ersten Tests hatte sich gezeigt, dass die Anwendung potential für den Realbetrieb hat. 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75029C-64B9-41D0-9540-75846D4B0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8170" y="9144"/>
            <a:ext cx="6080656" cy="6163733"/>
            <a:chOff x="6108170" y="8467"/>
            <a:chExt cx="6080656" cy="616373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F6B07A-A0CD-4593-B501-E1D50968C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1C2E537-D046-43E9-B78A-8D770E4C0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F1ED42C-32AB-4AA5-B9D5-2ADF552B0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2B69715-83DD-4F53-8564-D95D5D23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BC2EBE-B4C1-42F9-9914-0F430C060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466E5A0-3F31-A5B2-6F9C-D2DB0DC895BB}"/>
              </a:ext>
            </a:extLst>
          </p:cNvPr>
          <p:cNvSpPr txBox="1"/>
          <p:nvPr/>
        </p:nvSpPr>
        <p:spPr>
          <a:xfrm>
            <a:off x="5215221" y="797442"/>
            <a:ext cx="5133408" cy="914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de-DE" sz="1200" b="1" noProof="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CB1830E-E1E5-4F06-835E-91382632F356}"/>
              </a:ext>
            </a:extLst>
          </p:cNvPr>
          <p:cNvSpPr txBox="1"/>
          <p:nvPr/>
        </p:nvSpPr>
        <p:spPr>
          <a:xfrm>
            <a:off x="4333875" y="2047875"/>
            <a:ext cx="1647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br>
              <a:rPr lang="de-DE" sz="1400" noProof="0" dirty="0"/>
            </a:br>
            <a:endParaRPr lang="de-DE" sz="1400" noProof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8E77ED0-F9D9-430B-BCBD-74A6F64FAF27}"/>
              </a:ext>
            </a:extLst>
          </p:cNvPr>
          <p:cNvSpPr txBox="1"/>
          <p:nvPr/>
        </p:nvSpPr>
        <p:spPr>
          <a:xfrm>
            <a:off x="684212" y="1234537"/>
            <a:ext cx="7053775" cy="121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de-DE" noProof="0" dirty="0"/>
              <a:t>Projektziel wurde mit Umsetzung der User Storys erreicht</a:t>
            </a:r>
          </a:p>
        </p:txBody>
      </p:sp>
    </p:spTree>
    <p:extLst>
      <p:ext uri="{BB962C8B-B14F-4D97-AF65-F5344CB8AC3E}">
        <p14:creationId xmlns:p14="http://schemas.microsoft.com/office/powerpoint/2010/main" val="1479230583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Override1.xml><?xml version="1.0" encoding="utf-8"?>
<a:themeOverride xmlns:a="http://schemas.openxmlformats.org/drawingml/2006/main">
  <a:clrScheme name="Graustuf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222</Words>
  <Application>Microsoft Office PowerPoint</Application>
  <PresentationFormat>Breitbild</PresentationFormat>
  <Paragraphs>50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Segment</vt:lpstr>
      <vt:lpstr>PowerPoint-Präsentation</vt:lpstr>
      <vt:lpstr>PowerPoint-Präsentation</vt:lpstr>
      <vt:lpstr>User-Storys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Mayer</dc:creator>
  <cp:lastModifiedBy>Daniel Hartl</cp:lastModifiedBy>
  <cp:revision>21</cp:revision>
  <dcterms:created xsi:type="dcterms:W3CDTF">2025-10-03T06:37:48Z</dcterms:created>
  <dcterms:modified xsi:type="dcterms:W3CDTF">2025-12-17T20:25:24Z</dcterms:modified>
</cp:coreProperties>
</file>